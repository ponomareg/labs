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11.jpeg" ContentType="image/jpeg"/>
  <Override PartName="/ppt/media/image10.jpeg" ContentType="image/jpeg"/>
  <Override PartName="/ppt/media/image8.jpeg" ContentType="image/jpeg"/>
  <Override PartName="/ppt/media/image9.png" ContentType="image/png"/>
  <Override PartName="/ppt/media/image7.jpeg" ContentType="image/jpeg"/>
  <Override PartName="/ppt/media/image2.jpeg" ContentType="image/jpeg"/>
  <Override PartName="/ppt/media/image1.jpeg" ContentType="image/jpeg"/>
  <Override PartName="/ppt/media/image4.png" ContentType="image/png"/>
  <Override PartName="/ppt/media/image3.png" ContentType="image/png"/>
  <Override PartName="/ppt/media/image5.jpeg" ContentType="image/jpeg"/>
  <Override PartName="/ppt/media/image6.jpeg" ContentType="image/jpeg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entation.xml" ContentType="application/vnd.openxmlformats-officedocument.presentationml.presentation.main+xml"/>
  <Override PartName="/ppt/theme/theme3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6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9144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Для перемещения страницы щёлкните мышью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/>
          <a:p>
            <a:r>
              <a:rPr b="0" lang="ru-RU" sz="2000" spc="-1" strike="noStrike"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/>
          <a:p>
            <a:r>
              <a:rPr b="0" lang="ru-RU" sz="1400" spc="-1" strike="noStrike">
                <a:latin typeface="Times New Roman"/>
              </a:rPr>
              <a:t> 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/>
          <a:p>
            <a:pPr algn="r"/>
            <a:r>
              <a:rPr b="0" lang="ru-RU" sz="1400" spc="-1" strike="noStrike">
                <a:latin typeface="Times New Roman"/>
              </a:rPr>
              <a:t> 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/>
          <a:p>
            <a:r>
              <a:rPr b="0" lang="ru-RU" sz="1400" spc="-1" strike="noStrike">
                <a:latin typeface="Times New Roman"/>
              </a:rPr>
              <a:t> 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/>
          <a:p>
            <a:pPr algn="r"/>
            <a:fld id="{1FA3D12F-EE98-42A0-A16D-FCDE77C11264}" type="slidenum">
              <a:rPr b="0" lang="ru-RU" sz="1400" spc="-1" strike="noStrike">
                <a:latin typeface="Times New Roman"/>
              </a:rPr>
              <a:t>1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3884760" y="8685000"/>
            <a:ext cx="2969640" cy="45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/>
          <a:p>
            <a:pPr algn="r">
              <a:lnSpc>
                <a:spcPct val="100000"/>
              </a:lnSpc>
            </a:pPr>
            <a:fld id="{BE695FD8-5F23-4ECF-80FB-AEB369B60F2D}" type="slidenum">
              <a:rPr b="0" lang="ru-RU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 lIns="0" rIns="0" tIns="0" bIns="0" anchor="ctr"/>
          <a:p>
            <a:endParaRPr b="0" lang="ru-RU" sz="2000" spc="-1" strike="noStrike"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3884760" y="8685000"/>
            <a:ext cx="2969640" cy="45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/>
          <a:p>
            <a:pPr algn="r">
              <a:lnSpc>
                <a:spcPct val="100000"/>
              </a:lnSpc>
            </a:pPr>
            <a:fld id="{121C95E0-1704-40A9-B025-7AD105ECA67D}" type="slidenum">
              <a:rPr b="0" lang="ru-RU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 lIns="0" rIns="0" tIns="0" bIns="0" anchor="ctr"/>
          <a:p>
            <a:endParaRPr b="0" lang="ru-RU" sz="2000" spc="-1" strike="noStrike"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3884760" y="8685000"/>
            <a:ext cx="2969640" cy="45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/>
          <a:p>
            <a:pPr algn="r">
              <a:lnSpc>
                <a:spcPct val="100000"/>
              </a:lnSpc>
            </a:pPr>
            <a:fld id="{48508FFB-1B14-4DCE-B1E4-E7CA3DDE434C}" type="slidenum">
              <a:rPr b="0" lang="ru-RU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 lIns="0" rIns="0" tIns="0" bIns="0" anchor="ctr"/>
          <a:p>
            <a:endParaRPr b="0" lang="ru-RU" sz="20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Shape 1"/>
          <p:cNvSpPr txBox="1"/>
          <p:nvPr/>
        </p:nvSpPr>
        <p:spPr>
          <a:xfrm>
            <a:off x="3884760" y="8685000"/>
            <a:ext cx="2969640" cy="45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/>
          <a:p>
            <a:pPr algn="r">
              <a:lnSpc>
                <a:spcPct val="100000"/>
              </a:lnSpc>
            </a:pPr>
            <a:fld id="{431E3FF7-2AA7-475B-8F86-5EEB8D2884BA}" type="slidenum">
              <a:rPr b="0" lang="ru-RU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 lIns="0" rIns="0" tIns="0" bIns="0" anchor="ctr"/>
          <a:p>
            <a:endParaRPr b="0" lang="ru-RU" sz="20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Shape 1"/>
          <p:cNvSpPr txBox="1"/>
          <p:nvPr/>
        </p:nvSpPr>
        <p:spPr>
          <a:xfrm>
            <a:off x="3884760" y="8685000"/>
            <a:ext cx="2969640" cy="45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/>
          <a:p>
            <a:pPr algn="r">
              <a:lnSpc>
                <a:spcPct val="100000"/>
              </a:lnSpc>
            </a:pPr>
            <a:fld id="{CC9D93E3-92E3-4DE7-B6EE-4AEC6796AFC2}" type="slidenum">
              <a:rPr b="0" lang="ru-RU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0200" cy="3427200"/>
          </a:xfrm>
          <a:prstGeom prst="rect">
            <a:avLst/>
          </a:prstGeom>
        </p:spPr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</p:spPr>
        <p:txBody>
          <a:bodyPr lIns="0" rIns="0" tIns="0" bIns="0"/>
          <a:p>
            <a:endParaRPr b="0" lang="ru-RU" sz="2000" spc="-1" strike="noStrike"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Shape 1"/>
          <p:cNvSpPr txBox="1"/>
          <p:nvPr/>
        </p:nvSpPr>
        <p:spPr>
          <a:xfrm>
            <a:off x="3884760" y="8685000"/>
            <a:ext cx="2969640" cy="45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/>
          <a:p>
            <a:pPr algn="r">
              <a:lnSpc>
                <a:spcPct val="100000"/>
              </a:lnSpc>
            </a:pPr>
            <a:fld id="{8F8479B6-63DB-45BB-9705-B660FD2F0CD2}" type="slidenum">
              <a:rPr b="0" lang="ru-RU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 lIns="0" rIns="0" tIns="0" bIns="0" anchor="ctr"/>
          <a:p>
            <a:endParaRPr b="0" lang="ru-RU" sz="2000" spc="-1" strike="noStrike"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Shape 1"/>
          <p:cNvSpPr txBox="1"/>
          <p:nvPr/>
        </p:nvSpPr>
        <p:spPr>
          <a:xfrm>
            <a:off x="3884760" y="8685000"/>
            <a:ext cx="2969640" cy="45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/>
          <a:p>
            <a:pPr algn="r">
              <a:lnSpc>
                <a:spcPct val="100000"/>
              </a:lnSpc>
            </a:pPr>
            <a:fld id="{A5A8BEE5-E1E1-4070-B360-D22B6A240876}" type="slidenum">
              <a:rPr b="0" lang="ru-RU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 lIns="0" rIns="0" tIns="0" bIns="0" anchor="ctr"/>
          <a:p>
            <a:endParaRPr b="0" lang="ru-RU" sz="2000" spc="-1" strike="noStrike"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Shape 1"/>
          <p:cNvSpPr txBox="1"/>
          <p:nvPr/>
        </p:nvSpPr>
        <p:spPr>
          <a:xfrm>
            <a:off x="3884760" y="8685000"/>
            <a:ext cx="2969640" cy="45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/>
          <a:p>
            <a:pPr algn="r">
              <a:lnSpc>
                <a:spcPct val="100000"/>
              </a:lnSpc>
            </a:pPr>
            <a:fld id="{7E0B05BE-547A-448E-9CC2-CD9C0ACA3DCD}" type="slidenum">
              <a:rPr b="0" lang="ru-RU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 lIns="0" rIns="0" tIns="0" bIns="0" anchor="ctr"/>
          <a:p>
            <a:endParaRPr b="0" lang="ru-RU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Для правки текста заглавия щёлкните мышью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/>
          </p:nvPr>
        </p:nvSpPr>
        <p:spPr>
          <a:xfrm>
            <a:off x="8643600" y="6446880"/>
            <a:ext cx="460080" cy="363240"/>
          </a:xfrm>
          <a:prstGeom prst="rect">
            <a:avLst/>
          </a:prstGeom>
        </p:spPr>
        <p:txBody>
          <a:bodyPr lIns="90000" rIns="90000" tIns="46800" bIns="46800" anchor="ctr"/>
          <a:p>
            <a:pPr algn="ctr">
              <a:lnSpc>
                <a:spcPct val="100000"/>
              </a:lnSpc>
            </a:pPr>
            <a:fld id="{B27DE62E-9473-4A1D-9485-72EECAC598D1}" type="slidenum">
              <a:rPr b="0" lang="ru-RU" sz="1000" spc="-1" strike="noStrike">
                <a:solidFill>
                  <a:srgbClr val="262626"/>
                </a:solidFill>
                <a:latin typeface="Arial"/>
                <a:ea typeface="Arial"/>
              </a:rPr>
              <a:t>1</a:t>
            </a:fld>
            <a:endParaRPr b="0" lang="ru-RU" sz="1000" spc="-1" strike="noStrike">
              <a:latin typeface="Times New Roman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Для правки текста заглавия щёлкните мышью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hyperlink" Target="https://en.wikipedia.org/wiki/ru:&#1040;&#1081;&#1074;&#1072;&#1079;&#1086;&#1074;&#1089;&#1082;&#1080;&#1081;,_&#1048;&#1074;&#1072;&#1085;_&#1050;&#1086;&#1085;&#1089;&#1090;&#1072;&#1085;&#1090;&#1080;&#1085;&#1086;&#1074;&#1080;&#1095;" TargetMode="External"/><Relationship Id="rId3" Type="http://schemas.openxmlformats.org/officeDocument/2006/relationships/hyperlink" Target="https://www.wikidata.org/wiki/Q61747430" TargetMode="External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1152360" y="1395360"/>
            <a:ext cx="6895800" cy="2828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/>
          <a:p>
            <a:pPr algn="ctr">
              <a:lnSpc>
                <a:spcPct val="100000"/>
              </a:lnSpc>
              <a:spcBef>
                <a:spcPts val="499"/>
              </a:spcBef>
            </a:pPr>
            <a:r>
              <a:rPr b="1" lang="ru-RU" sz="3600" spc="-1" strike="noStrike">
                <a:solidFill>
                  <a:srgbClr val="595959"/>
                </a:solidFill>
                <a:latin typeface="Arial"/>
                <a:ea typeface="Times New Roman"/>
              </a:rPr>
              <a:t>Сражение под мысом Синоп</a:t>
            </a:r>
            <a:endParaRPr b="0" lang="ru-RU" sz="3600" spc="-1" strike="noStrike">
              <a:latin typeface="Arial"/>
            </a:endParaRPr>
          </a:p>
        </p:txBody>
      </p:sp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6450120" y="6180120"/>
            <a:ext cx="2488680" cy="566280"/>
          </a:xfrm>
          <a:prstGeom prst="rect">
            <a:avLst/>
          </a:prstGeom>
          <a:ln>
            <a:noFill/>
          </a:ln>
        </p:spPr>
      </p:pic>
      <p:sp>
        <p:nvSpPr>
          <p:cNvPr id="85" name="CustomShape 2"/>
          <p:cNvSpPr/>
          <p:nvPr/>
        </p:nvSpPr>
        <p:spPr>
          <a:xfrm>
            <a:off x="930240" y="268200"/>
            <a:ext cx="821340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/>
          <a:p>
            <a:pPr algn="ctr">
              <a:lnSpc>
                <a:spcPct val="100000"/>
              </a:lnSpc>
            </a:pPr>
            <a:r>
              <a:rPr b="1" lang="ru-RU" sz="2000" spc="-1" strike="noStrike">
                <a:solidFill>
                  <a:srgbClr val="dc7402"/>
                </a:solidFill>
                <a:latin typeface="Arial"/>
                <a:ea typeface="Times New Roman"/>
              </a:rPr>
              <a:t>Санкт-Петербургский государственный университет телекоммуникаций им. проф. М.А. Бонч-Бруевича</a:t>
            </a:r>
            <a:endParaRPr b="0" lang="ru-RU" sz="20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7778880" y="6508800"/>
            <a:ext cx="1275840" cy="290160"/>
          </a:xfrm>
          <a:prstGeom prst="rect">
            <a:avLst/>
          </a:prstGeom>
          <a:ln>
            <a:noFill/>
          </a:ln>
        </p:spPr>
      </p:pic>
      <p:sp>
        <p:nvSpPr>
          <p:cNvPr id="87" name="CustomShape 1"/>
          <p:cNvSpPr/>
          <p:nvPr/>
        </p:nvSpPr>
        <p:spPr>
          <a:xfrm>
            <a:off x="1349280" y="1395360"/>
            <a:ext cx="6895800" cy="2828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CustomShape 2"/>
          <p:cNvSpPr/>
          <p:nvPr/>
        </p:nvSpPr>
        <p:spPr>
          <a:xfrm>
            <a:off x="3095640" y="4035600"/>
            <a:ext cx="2587320" cy="2372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Па́вел Степа́нович Нахи́мов</a:t>
            </a: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 (23 июня [5 июля] 1802, сельцо Городок, Вяземский уезд, Смоленская губерния — 30 июня [12 июля] 1855, Севастополь[1]) — русский адмирал флота (1855). Брат С. С. Нахимова.</a:t>
            </a:r>
            <a:endParaRPr b="0" lang="ru-RU" sz="1500" spc="-1" strike="noStrike">
              <a:latin typeface="Arial"/>
            </a:endParaRPr>
          </a:p>
        </p:txBody>
      </p:sp>
      <p:pic>
        <p:nvPicPr>
          <p:cNvPr id="89" name="" descr=""/>
          <p:cNvPicPr/>
          <p:nvPr/>
        </p:nvPicPr>
        <p:blipFill>
          <a:blip r:embed="rId2"/>
          <a:stretch/>
        </p:blipFill>
        <p:spPr>
          <a:xfrm>
            <a:off x="3024360" y="225360"/>
            <a:ext cx="2807640" cy="3593880"/>
          </a:xfrm>
          <a:prstGeom prst="rect">
            <a:avLst/>
          </a:prstGeom>
          <a:ln>
            <a:noFill/>
          </a:ln>
        </p:spPr>
      </p:pic>
      <p:sp>
        <p:nvSpPr>
          <p:cNvPr id="90" name="CustomShape 3"/>
          <p:cNvSpPr/>
          <p:nvPr/>
        </p:nvSpPr>
        <p:spPr>
          <a:xfrm>
            <a:off x="6119640" y="4032360"/>
            <a:ext cx="2592360" cy="1799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Фёдор Миха́йлович Новоси́льский (1808, Тверь — 8 (20) ноября 1892, Санкт-Петербург) — моряк, адмирал Российского флота</a:t>
            </a:r>
            <a:endParaRPr b="0" lang="ru-RU" sz="1500" spc="-1" strike="noStrike"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3"/>
          <a:stretch/>
        </p:blipFill>
        <p:spPr>
          <a:xfrm>
            <a:off x="6068880" y="523800"/>
            <a:ext cx="2619000" cy="3288960"/>
          </a:xfrm>
          <a:prstGeom prst="rect">
            <a:avLst/>
          </a:prstGeom>
          <a:ln>
            <a:noFill/>
          </a:ln>
        </p:spPr>
      </p:pic>
      <p:pic>
        <p:nvPicPr>
          <p:cNvPr id="92" name="" descr=""/>
          <p:cNvPicPr/>
          <p:nvPr/>
        </p:nvPicPr>
        <p:blipFill>
          <a:blip r:embed="rId4"/>
          <a:stretch/>
        </p:blipFill>
        <p:spPr>
          <a:xfrm>
            <a:off x="287280" y="431640"/>
            <a:ext cx="2473200" cy="3384360"/>
          </a:xfrm>
          <a:prstGeom prst="rect">
            <a:avLst/>
          </a:prstGeom>
          <a:ln>
            <a:noFill/>
          </a:ln>
        </p:spPr>
      </p:pic>
      <p:sp>
        <p:nvSpPr>
          <p:cNvPr id="93" name="CustomShape 4"/>
          <p:cNvSpPr/>
          <p:nvPr/>
        </p:nvSpPr>
        <p:spPr>
          <a:xfrm>
            <a:off x="547560" y="3887640"/>
            <a:ext cx="1971360" cy="1510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Влади́мир Алексе́евич Корни́лов  — российский военный деятель</a:t>
            </a:r>
            <a:endParaRPr b="0" lang="ru-RU" sz="1500" spc="-1" strike="noStrike">
              <a:latin typeface="Arial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ustomShape 1"/>
          <p:cNvSpPr/>
          <p:nvPr/>
        </p:nvSpPr>
        <p:spPr>
          <a:xfrm>
            <a:off x="792000" y="941400"/>
            <a:ext cx="7699320" cy="7484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215640" indent="-215280">
              <a:lnSpc>
                <a:spcPct val="100000"/>
              </a:lnSpc>
              <a:spcBef>
                <a:spcPts val="573"/>
              </a:spcBef>
              <a:spcAft>
                <a:spcPts val="998"/>
              </a:spcAft>
            </a:pPr>
            <a:r>
              <a:rPr b="1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Первая колонна:</a:t>
            </a:r>
            <a:endParaRPr b="0" lang="ru-RU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spcAft>
                <a:spcPts val="99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84-пушечный флагман </a:t>
            </a:r>
            <a:r>
              <a:rPr b="1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«Императрица Мария»</a:t>
            </a: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, на борту которого был командующий русской эскадрой</a:t>
            </a:r>
            <a:r>
              <a:rPr b="1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 вице-адмирал Нахимов</a:t>
            </a: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;</a:t>
            </a:r>
            <a:endParaRPr b="0" lang="ru-RU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spcAft>
                <a:spcPts val="99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120-пушечный </a:t>
            </a:r>
            <a:r>
              <a:rPr b="1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«Великий князь Константин»</a:t>
            </a: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;</a:t>
            </a:r>
            <a:endParaRPr b="0" lang="ru-RU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spcAft>
                <a:spcPts val="99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84-пушечный «</a:t>
            </a:r>
            <a:r>
              <a:rPr b="1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Чесма»</a:t>
            </a: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.</a:t>
            </a:r>
            <a:endParaRPr b="0" lang="ru-RU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spcAft>
                <a:spcPts val="998"/>
              </a:spcAft>
            </a:pPr>
            <a:r>
              <a:rPr b="1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Вторая колонна:</a:t>
            </a:r>
            <a:endParaRPr b="0" lang="ru-RU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spcAft>
                <a:spcPts val="99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120-пушечный </a:t>
            </a:r>
            <a:r>
              <a:rPr b="1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«Париж»</a:t>
            </a: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, на котором находился второй русский полководец –контр-адмирал </a:t>
            </a:r>
            <a:r>
              <a:rPr b="1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Новосильский</a:t>
            </a: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;</a:t>
            </a:r>
            <a:endParaRPr b="0" lang="ru-RU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spcAft>
                <a:spcPts val="99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84-пушечный </a:t>
            </a:r>
            <a:r>
              <a:rPr b="1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«Ростислав»</a:t>
            </a: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;</a:t>
            </a:r>
            <a:endParaRPr b="0" lang="ru-RU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spcAft>
                <a:spcPts val="99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120-пушечный </a:t>
            </a:r>
            <a:r>
              <a:rPr b="1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«Три святителя»</a:t>
            </a: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.</a:t>
            </a:r>
            <a:endParaRPr b="0" lang="ru-RU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spcAft>
                <a:spcPts val="998"/>
              </a:spcAft>
            </a:pPr>
            <a:r>
              <a:rPr b="1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Поддержка и буксировка:</a:t>
            </a:r>
            <a:endParaRPr b="0" lang="ru-RU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spcAft>
                <a:spcPts val="99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12-пушечные пароходо-фрегат </a:t>
            </a:r>
            <a:r>
              <a:rPr b="1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«Одесса» </a:t>
            </a: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, на котором находился </a:t>
            </a:r>
            <a:r>
              <a:rPr b="1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 Корнилов</a:t>
            </a:r>
            <a:endParaRPr b="0" lang="ru-RU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spcAft>
                <a:spcPts val="99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12-пушечный пароходо-фрегат </a:t>
            </a:r>
            <a:r>
              <a:rPr b="1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«Херсонес»</a:t>
            </a:r>
            <a:endParaRPr b="0" lang="ru-RU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spcAft>
                <a:spcPts val="99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12-пушечный пароходо-фрегат </a:t>
            </a:r>
            <a:r>
              <a:rPr b="1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«Крым»</a:t>
            </a:r>
            <a:endParaRPr b="0" lang="ru-RU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spcAft>
                <a:spcPts val="998"/>
              </a:spcAft>
            </a:pPr>
            <a:endParaRPr b="0" lang="ru-RU" sz="1500" spc="-1" strike="noStrike">
              <a:latin typeface="Arial"/>
            </a:endParaRPr>
          </a:p>
          <a:p>
            <a:pPr marL="215640" indent="-215280">
              <a:lnSpc>
                <a:spcPct val="100000"/>
              </a:lnSpc>
              <a:spcBef>
                <a:spcPts val="1199"/>
              </a:spcBef>
              <a:spcAft>
                <a:spcPts val="998"/>
              </a:spcAft>
            </a:pPr>
            <a:endParaRPr b="0" lang="ru-RU" sz="1500" spc="-1" strike="noStrike">
              <a:latin typeface="Arial"/>
            </a:endParaRPr>
          </a:p>
          <a:p>
            <a:pPr marL="215640" indent="-215280">
              <a:lnSpc>
                <a:spcPct val="100000"/>
              </a:lnSpc>
              <a:spcBef>
                <a:spcPts val="1199"/>
              </a:spcBef>
              <a:spcAft>
                <a:spcPts val="998"/>
              </a:spcAft>
            </a:pPr>
            <a:endParaRPr b="0" lang="ru-RU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spcAft>
                <a:spcPts val="998"/>
              </a:spcAft>
            </a:pPr>
            <a:endParaRPr b="0" lang="ru-RU" sz="1500" spc="-1" strike="noStrike"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144360" y="216000"/>
            <a:ext cx="8856360" cy="64083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rcRect l="13382" t="43412" r="32278" b="11780"/>
          <a:stretch/>
        </p:blipFill>
        <p:spPr>
          <a:xfrm>
            <a:off x="144000" y="1008000"/>
            <a:ext cx="8849880" cy="41036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832000"/>
          </a:xfrm>
          <a:prstGeom prst="rect">
            <a:avLst/>
          </a:prstGeom>
          <a:ln>
            <a:noFill/>
          </a:ln>
        </p:spPr>
      </p:pic>
      <p:sp>
        <p:nvSpPr>
          <p:cNvPr id="98" name="CustomShape 1"/>
          <p:cNvSpPr/>
          <p:nvPr/>
        </p:nvSpPr>
        <p:spPr>
          <a:xfrm>
            <a:off x="2376360" y="5992920"/>
            <a:ext cx="5603760" cy="774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Bef>
                <a:spcPts val="1199"/>
              </a:spcBef>
              <a:spcAft>
                <a:spcPts val="998"/>
              </a:spcAft>
            </a:pPr>
            <a:r>
              <a:rPr b="0" lang="ru-RU" sz="1500" spc="-1" strike="noStrike">
                <a:solidFill>
                  <a:srgbClr val="0563c1"/>
                </a:solidFill>
                <a:latin typeface="Arial"/>
                <a:ea typeface="Noto Sans CJK SC"/>
                <a:hlinkClick r:id="rId2"/>
              </a:rPr>
              <a:t>Иван Айвазовский</a:t>
            </a: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: </a:t>
            </a:r>
            <a:r>
              <a:rPr b="0" lang="ru-RU" sz="1500" spc="-1" strike="noStrike">
                <a:solidFill>
                  <a:srgbClr val="0563c1"/>
                </a:solidFill>
                <a:latin typeface="Arial"/>
                <a:ea typeface="Noto Sans CJK SC"/>
                <a:hlinkClick r:id="rId3"/>
              </a:rPr>
              <a:t>Синопский бой 18 ноября 1853 года (Ночь после боя)</a:t>
            </a: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 </a:t>
            </a:r>
            <a:endParaRPr b="0" lang="ru-RU" sz="1500" spc="-1" strike="noStrike"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832000"/>
          </a:xfrm>
          <a:prstGeom prst="rect">
            <a:avLst/>
          </a:prstGeom>
          <a:ln>
            <a:noFill/>
          </a:ln>
        </p:spPr>
      </p:pic>
      <p:sp>
        <p:nvSpPr>
          <p:cNvPr id="100" name="CustomShape 1"/>
          <p:cNvSpPr/>
          <p:nvPr/>
        </p:nvSpPr>
        <p:spPr>
          <a:xfrm>
            <a:off x="1719360" y="6048360"/>
            <a:ext cx="6344640" cy="545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Bef>
                <a:spcPts val="1199"/>
              </a:spcBef>
              <a:spcAft>
                <a:spcPts val="998"/>
              </a:spcAft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  <a:ea typeface="Noto Sans CJK SC"/>
              </a:rPr>
              <a:t>А.П. Боголюбов. Истребление турецкого флота в Синопском сражении. 1854 г.</a:t>
            </a:r>
            <a:endParaRPr b="0" lang="ru-RU" sz="1500" spc="-1" strike="noStrike"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stomShape 1"/>
          <p:cNvSpPr/>
          <p:nvPr/>
        </p:nvSpPr>
        <p:spPr>
          <a:xfrm>
            <a:off x="576360" y="2448000"/>
            <a:ext cx="8422920" cy="2087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ru-RU" sz="6000" spc="-1" strike="noStrike">
                <a:solidFill>
                  <a:srgbClr val="000000"/>
                </a:solidFill>
                <a:latin typeface="Arial"/>
                <a:ea typeface="Noto Sans CJK SC"/>
              </a:rPr>
              <a:t>Спасибо за внимание!</a:t>
            </a:r>
            <a:endParaRPr b="0" lang="ru-RU" sz="6000" spc="-1" strike="noStrike"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</TotalTime>
  <Application>LibreOffice/6.0.7.3$Linux_X86_64 LibreOffice_project/00m0$Build-3</Application>
  <Words>242</Words>
  <Paragraphs>30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2010-06-18T12:27:04Z</dcterms:created>
  <dc:creator>Wolf</dc:creator>
  <dc:description/>
  <dc:language>ru-RU</dc:language>
  <cp:lastModifiedBy/>
  <dcterms:modified xsi:type="dcterms:W3CDTF">2020-03-09T21:15:10Z</dcterms:modified>
  <cp:revision>74</cp:revision>
  <dc:subject/>
  <dc:title>Слайд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8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8</vt:i4>
  </property>
</Properties>
</file>